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533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6763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0.png"/><Relationship Id="rId4" Type="http://schemas.openxmlformats.org/officeDocument/2006/relationships/image" Target="../media/image5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8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SIOP 2026  ·  ML COMPETITION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868680"/>
            <a:ext cx="4023360" cy="314871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0416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6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  +  AGENTS    vs    HUMAN TEAMS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43159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Bivariate Pearson r extraction  ·  IO Psychology meta-analysis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 One Hot Key   ·   Task: Hidden-Set MSE   ·   Tool: Walt (RTX PRO 3000 Blackwell)</a:t>
            </a:r>
            <a:endParaRPr lang="en-US" sz="10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4464231"/>
            <a:ext cx="457200" cy="5878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automated pipeline that reads academic PDFs and extracts </a:t>
            </a: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zero-order bivariate Pearson r correlations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meta-analytic synthesis in industrial-organizational psychology.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set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 studies on trust × subjective well-being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distinct construct pairs across 66 papers — out-of-distribution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0" y="1280160"/>
            <a:ext cx="320040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0" y="1280160"/>
            <a:ext cx="73152" cy="868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715000" y="135331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0.013641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715000" y="18288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DEV SET MSE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0" y="2295144"/>
            <a:ext cx="320040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486400" y="2295144"/>
            <a:ext cx="73152" cy="8686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715000" y="2368296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127 + 66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715000" y="284378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STUDIES PROCESSED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0" y="3310128"/>
            <a:ext cx="320040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0" y="3310128"/>
            <a:ext cx="73152" cy="868680"/>
          </a:xfrm>
          <a:prstGeom prst="rect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715000" y="33832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715000" y="385876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PAIRS (TEST)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ON </a:t>
            </a: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Squared Error vs. hidden ground-truth r values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Hot Key  ·  SIOP 2026 ML Competition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589520" y="48234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4464231"/>
            <a:ext cx="457200" cy="5878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GATES, CASCADING FALLBACK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PDF passes through a cascade — earlier gates are cheap and high-precision, later gates are expensive and recover what slips through.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71500" y="1828800"/>
            <a:ext cx="123444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71500" y="1828800"/>
            <a:ext cx="123444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17220" y="19659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17220" y="292608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PDF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Acquisition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1924812" y="1828800"/>
            <a:ext cx="123444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924812" y="1828800"/>
            <a:ext cx="123444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970532" y="19659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712" y="228600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970532" y="292608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Layout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Extraction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3278124" y="1828800"/>
            <a:ext cx="123444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3278124" y="1828800"/>
            <a:ext cx="123444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3323844" y="19659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1024" y="2286000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323844" y="292608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Regex + phi4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Classifier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631436" y="1828800"/>
            <a:ext cx="123444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4631436" y="1828800"/>
            <a:ext cx="123444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4677156" y="19659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4677156" y="292608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Fallback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5984748" y="1828800"/>
            <a:ext cx="123444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5984748" y="1828800"/>
            <a:ext cx="123444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/>
          <p:nvPr/>
        </p:nvSpPr>
        <p:spPr>
          <a:xfrm>
            <a:off x="6030468" y="19659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648" y="2286000"/>
            <a:ext cx="548640" cy="54864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030468" y="292608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LLM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Extraction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7338060" y="1828800"/>
            <a:ext cx="123444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7338060" y="1828800"/>
            <a:ext cx="123444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5"/>
          <p:cNvSpPr/>
          <p:nvPr/>
        </p:nvSpPr>
        <p:spPr>
          <a:xfrm>
            <a:off x="7383780" y="19659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0" y="2286000"/>
            <a:ext cx="548640" cy="54864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383780" y="292608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Imputation
</a:t>
            </a:r>
            <a:endParaRPr lang="en-US" sz="1150" dirty="0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3936" y="2601468"/>
            <a:ext cx="118872" cy="118872"/>
          </a:xfrm>
          <a:prstGeom prst="rect">
            <a:avLst/>
          </a:prstGeom>
        </p:spPr>
      </p:pic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27248" y="2601468"/>
            <a:ext cx="118872" cy="118872"/>
          </a:xfrm>
          <a:prstGeom prst="rect">
            <a:avLst/>
          </a:prstGeom>
        </p:spPr>
      </p:pic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0560" y="2601468"/>
            <a:ext cx="118872" cy="118872"/>
          </a:xfrm>
          <a:prstGeom prst="rect">
            <a:avLst/>
          </a:prstGeom>
        </p:spPr>
      </p:pic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33872" y="2601468"/>
            <a:ext cx="118872" cy="118872"/>
          </a:xfrm>
          <a:prstGeom prst="rect">
            <a:avLst/>
          </a:prstGeom>
        </p:spPr>
      </p:pic>
      <p:pic>
        <p:nvPicPr>
          <p:cNvPr id="39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7184" y="2601468"/>
            <a:ext cx="118872" cy="118872"/>
          </a:xfrm>
          <a:prstGeom prst="rect">
            <a:avLst/>
          </a:prstGeom>
        </p:spPr>
      </p:pic>
      <p:sp>
        <p:nvSpPr>
          <p:cNvPr id="40" name="Shape 27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28"/>
          <p:cNvSpPr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EXIT: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high-confidence value is found at any gate, downstream gates are skipped for that pair.</a:t>
            </a:r>
            <a:endParaRPr lang="en-US" sz="1200" dirty="0"/>
          </a:p>
        </p:txBody>
      </p:sp>
      <p:sp>
        <p:nvSpPr>
          <p:cNvPr id="42" name="Text 29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Hot Key  ·  SIOP 2026 ML Competition</a:t>
            </a:r>
            <a:endParaRPr lang="en-US" sz="900" dirty="0"/>
          </a:p>
        </p:txBody>
      </p:sp>
      <p:sp>
        <p:nvSpPr>
          <p:cNvPr id="43" name="Text 30"/>
          <p:cNvSpPr/>
          <p:nvPr/>
        </p:nvSpPr>
        <p:spPr>
          <a:xfrm>
            <a:off x="7589520" y="48234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  <p:pic>
        <p:nvPicPr>
          <p:cNvPr id="44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6760" y="4464231"/>
            <a:ext cx="457200" cy="587829"/>
          </a:xfrm>
          <a:prstGeom prst="rect">
            <a:avLst/>
          </a:prstGeom>
        </p:spPr>
      </p:pic>
      <p:pic>
        <p:nvPicPr>
          <p:cNvPr id="45" name="Image 3">
            <a:extLst>
              <a:ext uri="{FF2B5EF4-FFF2-40B4-BE49-F238E27FC236}">
                <a16:creationId xmlns:a16="http://schemas.microsoft.com/office/drawing/2014/main" id="{D892F68E-26B3-2783-EBD4-BC46F582145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74336" y="2297430"/>
            <a:ext cx="548640" cy="548640"/>
          </a:xfrm>
          <a:prstGeom prst="rect">
            <a:avLst/>
          </a:prstGeom>
        </p:spPr>
      </p:pic>
      <p:pic>
        <p:nvPicPr>
          <p:cNvPr id="46" name="Image 0">
            <a:extLst>
              <a:ext uri="{FF2B5EF4-FFF2-40B4-BE49-F238E27FC236}">
                <a16:creationId xmlns:a16="http://schemas.microsoft.com/office/drawing/2014/main" id="{B9747EA8-2EFF-2D73-F836-F5F57E4D394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6262" y="2194560"/>
            <a:ext cx="757654" cy="7576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01  ·  PIPELINE STAGE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PDF Acquisition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0" y="1280160"/>
            <a:ext cx="2103120" cy="210312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583680" y="26974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Playwright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583680" y="30358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PACKAGE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128016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 DOI-to-PDF resolution with a four-stage fallback chain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57200" y="169164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batch_pdf_agent.py walks each study's DOI through progressively more aggressive resolvers, saving as study1.pdf … study127.pdf with a download_log.json audit trail.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2697480"/>
            <a:ext cx="5852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CrossRef → publisher metadata and direct PDF links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Unpaywall → open-access copies of paywalled articles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Scholar → corpus-level fallback when the above miss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→ headless-browser scrape for HTML-gated PDFs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48640" y="44348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RATE  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193/193 PDFs successfully retrieved across dev + test sets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Hot Key  ·  SIOP 2026 ML Competition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589520" y="48234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4464231"/>
            <a:ext cx="457200" cy="587829"/>
          </a:xfrm>
          <a:prstGeom prst="rect">
            <a:avLst/>
          </a:prstGeom>
        </p:spPr>
      </p:pic>
      <p:pic>
        <p:nvPicPr>
          <p:cNvPr id="16" name="Image 0">
            <a:extLst>
              <a:ext uri="{FF2B5EF4-FFF2-40B4-BE49-F238E27FC236}">
                <a16:creationId xmlns:a16="http://schemas.microsoft.com/office/drawing/2014/main" id="{0C9A0A6F-9B76-745D-D015-3E81C39505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1673352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02  ·  PIPELINE STAGE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Layout-Aware Extraction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0" y="1280160"/>
            <a:ext cx="2103120" cy="210312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600200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0" y="26974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pdfplumber  +  docling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583680" y="30358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PACKAGE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128016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Two-tier table extraction — geometric first, ML for the hard cases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57200" y="169164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pdfplumber runs first (Tier 0): geometric table detection with cell-bbox metadata, fast and exact on regular layouts. Docling (Tier 1) takes the residual — multi-column papers, rotated pages, combined headers — using ML TableFormer to recover structure where geometry alone fails. PyMuPDF / fitz is the underlying PDF reader for both.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2697480"/>
            <a:ext cx="5852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pdfplumber: geometric tables with proximity search across rows × columns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Docling: ML TableFormer for complex / combined-cell layouts, optionally cross-validated by qwen2.5vl on the table crop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adjacency preserved end-to-end so downstream variable lookup works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through to vision (Gate 4) only when both layout parsers come up empty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48640" y="44348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  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matrices, descriptive statistics tables, MBI subscale tables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Hot Key  ·  SIOP 2026 ML Competition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589520" y="48234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4464231"/>
            <a:ext cx="457200" cy="58782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03  ·  PIPELINE STAGE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Regex + phi4 Classification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0" y="1280160"/>
            <a:ext cx="2103120" cy="210312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600200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0" y="26974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re  +  phi4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583680" y="30358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PACKAGE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128016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Pattern-matching candidate r values, then LLM-classifying which one matches the construct pair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57200" y="169164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filter. Construct-aware regex walks PyMuPDF-extracted text and table cells to gather every plausible r candidate with its surrounding context. phi4 (via Ollama) then reads each candidate against construct definitions and decides which row × column pair the value belongs to — the role no rule-based pattern can do reliably.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2697480"/>
            <a:ext cx="5852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pass: distinguishes Pearson r from Spearman ρ, betas, and probit coefficients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ANOVA, imputation, and cross-wave correlation tables explicitly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phi4: classifies candidates against construct definitions, with same-wave longitudinal rule and inverse-label sign-flip logic in-prompt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Unicode significance markers (∗ U+2217, ⁎ U+204E) vs. ASCII *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48640" y="44348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FOCUS  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cost as much as misses — phi4's job is rejecting wrong-table matches the regex couldn't filter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Hot Key  ·  SIOP 2026 ML Competition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589520" y="48234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4464231"/>
            <a:ext cx="457200" cy="58782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04  ·  PIPELINE STAGE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 Fallback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0" y="1280160"/>
            <a:ext cx="210312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962104"/>
            <a:ext cx="1371600" cy="282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0" y="26974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via Ollama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583680" y="30358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PACKAGE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128016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table parsing for cases where layout extraction fails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57200" y="169164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pdfplumber and Docling both come up empty — typically scanned PDFs, image-embedded tables, or unusual layouts — the pipeline falls back to a local vision-language model. PyMuPDF rasterizes the relevant page; qwen2.5-VL reads the image directly and returns structured cells.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2697480"/>
            <a:ext cx="5852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qwen2.5-VL:7B reads the rendered page image and emits structured JSON cells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rasterization handled by PyMuPDF (fitz) at the resolution the model needs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entirely local — no API cost, no rate limits, full offline reproducibility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classification and sign-flip logic still applied post-hoc by Gate 3 logic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48640" y="44348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FIRES  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Scanned PDFs, image-only tables, papers Docling parses but where text-layer extraction yields no candidates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Hot Key  ·  SIOP 2026 ML Competition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589520" y="48234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4464231"/>
            <a:ext cx="457200" cy="5878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05  ·  PIPELINE STAGE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LLM Extraction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0" y="1280160"/>
            <a:ext cx="2103120" cy="2103120"/>
          </a:xfrm>
          <a:prstGeom prst="rect">
            <a:avLst/>
          </a:prstGeom>
          <a:solidFill>
            <a:srgbClr val="FEF3E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600200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0" y="26974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Schema-constrained sweep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583680" y="30358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PACKAGE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128016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hardest cases get extracted — process, not vendor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57200" y="169164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module — pipeline_v9_opus_sweep.py — runs a custom extraction loop on a curated short-list of studies the open-source pipeline missed or low-confidenced. The model behind the call is interchangeable; the methodology is what makes the values trustworthy.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2561564"/>
            <a:ext cx="5852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construct definitions, sign-flip rules, same-wave longitudinal rule, and explicit rejection criteria for ANOVA / regression beta / cross-wave traps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full PDF + a list of which (X, Y) construct pair to extract for that paper, plus measure aliases pulled from each paper's methods section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JSON-schema-constrained — { r, n, page, table_cell, confidence, supporting_quote } — parsed and type-validated before acceptance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AUDIT: every accepted value carries its supporting quote, so the manifest can be spot-checked by re-reading the cited sentence rather than re-running the model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48640" y="44348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GATE EXISTS  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recover the ~10% of correlations that survive bad layout, sign-flips, or table-cell ambiguity that defeats every upstream gate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Hot Key  ·  SIOP 2026 ML Competition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589520" y="48234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4464231"/>
            <a:ext cx="457200" cy="5878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06  ·  PIPELINE STAGE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Imputation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0" y="1280160"/>
            <a:ext cx="2103120" cy="2103120"/>
          </a:xfrm>
          <a:prstGeom prst="rect">
            <a:avLst/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600200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0" y="26974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  ·  numpy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583680" y="30358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PACKAGE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128016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Last-resort fill for studies where every gate above missed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57200" y="169164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all five extraction gates return nothing, the pipeline imputes a single value chosen to minimize MSE under uncertainty. The optimal value is back-calculated from paired dev-set submissions.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2697480"/>
            <a:ext cx="5852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imputation value ≈ 0.152 (data-driven, not a heuristic)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Back-calculated by submitting paired dev runs and solving for the minimum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U-curve flat at optimum — further imputation tuning yields no gain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at upstream gates is the only remaining lever for improvement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48640" y="44348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 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 is not a differentiator. Pipeline coverage is.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Hot Key  ·  SIOP 2026 ML Competition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589520" y="48234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4464231"/>
            <a:ext cx="457200" cy="58782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+ AI 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Division of Labor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73152" cy="1463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544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4813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Matt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371600" y="1828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lead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31520" y="21488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strategy, GT coding, PDF reading, batch-log diagnosis, prompt-writing for Cursor.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663440" y="1280160"/>
            <a:ext cx="402336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663440" y="1280160"/>
            <a:ext cx="73152" cy="1463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55448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77840" y="14813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5577840" y="1828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Diagnostician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937760" y="21488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inspection, batch failure analysis, precise Cursor-prompt drafts, file-validation scripts.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57200" y="2926080"/>
            <a:ext cx="402336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57200" y="2926080"/>
            <a:ext cx="73152" cy="1463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200400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31272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Cursor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1371600" y="3474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Implementer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731520" y="37947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code reading, concrete bug-finding, and pipeline implementation. No architectural decisions made unilaterally.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4663440" y="2926080"/>
            <a:ext cx="402336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4663440" y="2926080"/>
            <a:ext cx="73152" cy="1463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200400"/>
            <a:ext cx="502920" cy="5029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577840" y="31272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PowerShell</a:t>
            </a:r>
            <a:endParaRPr lang="en-US" sz="2000" dirty="0"/>
          </a:p>
        </p:txBody>
      </p:sp>
      <p:sp>
        <p:nvSpPr>
          <p:cNvPr id="26" name="Text 20"/>
          <p:cNvSpPr/>
          <p:nvPr/>
        </p:nvSpPr>
        <p:spPr>
          <a:xfrm>
            <a:off x="5577840" y="3474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4937760" y="37947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runs and spot checks only — never used as an iterative debugging surface.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/>
          <p:nvPr/>
        </p:nvSpPr>
        <p:spPr>
          <a:xfrm>
            <a:off x="548640" y="44348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 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once, write one comprehensive prompt, let Cursor implement. Two cycles maximum.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Hot Key  ·  SIOP 2026 ML Competition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7589520" y="48234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6760" y="4464231"/>
            <a:ext cx="457200" cy="58782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→ TEST OUT-OF-DISTRIBUTION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Strategy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traditional k-fold CV — the competition provides a fixed dev/test split with deliberate distribution shift in construct space.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93192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393192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8562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SET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127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685800" y="26791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studies on trust × subjective well-being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ground-truth manifest manually coded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numeric, 8 confirmed BLANK, 1 PENDING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used as fast iteration signal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691640"/>
            <a:ext cx="393192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0" y="1691640"/>
            <a:ext cx="3931920" cy="73152"/>
          </a:xfrm>
          <a:prstGeom prst="rect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83480" y="18562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83480" y="20574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</a:t>
            </a:r>
            <a:endParaRPr lang="en-US" sz="5000" dirty="0"/>
          </a:p>
        </p:txBody>
      </p:sp>
      <p:sp>
        <p:nvSpPr>
          <p:cNvPr id="15" name="Text 13"/>
          <p:cNvSpPr/>
          <p:nvPr/>
        </p:nvSpPr>
        <p:spPr>
          <a:xfrm>
            <a:off x="4983480" y="26791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across 23 distinct construct pairs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301752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Generalizes well beyond trust × wellbeing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removal of all study-specific hardcodes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Hidden-set MSE — only visible after submission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023360"/>
            <a:ext cx="822960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" y="406908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PAIRED-SUBMISSION TRICK  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imputation value back-calculated by submitting matched dev runs and solving the resulting two-equation system. The U-curve was confirmed flat at the optimum, ruling out further imputation tuning as a path forward.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Hot Key  ·  SIOP 2026 ML Competition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589520" y="48234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4464231"/>
            <a:ext cx="457200" cy="58782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vs. TEST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77640" cy="2194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97764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52704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SET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0.0136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MSE  ·  submission_v11_study59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trust × wellbeing manifest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as fast iteration signal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325880"/>
            <a:ext cx="3977640" cy="2194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09160" y="1325880"/>
            <a:ext cx="3977640" cy="73152"/>
          </a:xfrm>
          <a:prstGeom prst="rect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92040" y="152704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92040" y="178308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0.0351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4892040" y="27432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test MSE  ·  2026-04-11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301752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construct pairs across 66 papers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Out-of-distribution generalization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8229600" cy="7772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406908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CLOSED THE GAP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study-specific hardcodes from v11, generalizing construct classification to 23 pairs, and recovering false-negative regex matches on high-r studies (study41 = 0.73, study17 = 0.65, study56 = −0.57).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Hot Key  ·  SIOP 2026 ML Competition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589520" y="48234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4464231"/>
            <a:ext cx="457200" cy="58782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 + AGENTS  vs  HUMAN TEAMS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 Set Leaderboard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341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one-person-plus-agents experiment landed against teams of researchers and analysts on the dev set.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60120" y="16459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926080" y="16459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 ↓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06240" y="16459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512064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011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20116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Hungry Llama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26080" y="2011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341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0.006336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06240" y="20116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2026-04-06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2860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22860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926080" y="22860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341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0.009370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06240" y="22860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2026-03-25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560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25603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Putka's Army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926080" y="2560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341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0.011521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06240" y="2560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2026-03-29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28346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28346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ILMNinsights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926080" y="28346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341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0.013198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06240" y="28346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2026-03-26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3108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60120" y="31089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Lab at CMC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926080" y="31089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341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0.013510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206240" y="3108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2026-04-01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02336" y="3346704"/>
            <a:ext cx="5230368" cy="274320"/>
          </a:xfrm>
          <a:prstGeom prst="rect">
            <a:avLst/>
          </a:prstGeom>
          <a:solidFill>
            <a:srgbClr val="FEF3EC"/>
          </a:solidFill>
          <a:ln w="19050">
            <a:solidFill>
              <a:srgbClr val="E887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57200" y="33832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60120" y="33832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Hot Key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926080" y="33832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0.013641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206240" y="33832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2026-04-05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3657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60120" y="3657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DSTST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926080" y="36576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341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0.015793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206240" y="3657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2026-04-08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39319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60120" y="39319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 the Ram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926080" y="39319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341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0.026518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206240" y="39319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2026-03-23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" y="4206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60120" y="42062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Chen-Chillas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926080" y="42062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341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0.029143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206240" y="4206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2026-04-10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57200" y="44805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960120" y="44805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Nomads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2926080" y="44805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3341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0.054047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206240" y="44805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2026-04-08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852160" y="1645920"/>
            <a:ext cx="2834640" cy="315468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852160" y="182880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/ 10</a:t>
            </a:r>
            <a:endParaRPr lang="en-US" sz="6000" dirty="0"/>
          </a:p>
        </p:txBody>
      </p:sp>
      <p:sp>
        <p:nvSpPr>
          <p:cNvPr id="53" name="Text 51"/>
          <p:cNvSpPr/>
          <p:nvPr/>
        </p:nvSpPr>
        <p:spPr>
          <a:xfrm>
            <a:off x="5852160" y="2743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set rank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309360" y="3154680"/>
            <a:ext cx="1920240" cy="0"/>
          </a:xfrm>
          <a:prstGeom prst="line">
            <a:avLst/>
          </a:prstGeom>
          <a:noFill/>
          <a:ln w="19050">
            <a:solidFill>
              <a:srgbClr val="E887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5852160" y="32735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ASYMMETRY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035040" y="3566160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developer + Claude + Cursor.</a:t>
            </a:r>
            <a:endParaRPr lang="en-US" sz="11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0.0005 MSE of the lab and the squad ranked above. Test set ranking pending close of competition.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Hot Key  ·  SIOP 2026 ML Competition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589520" y="48234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  <p:pic>
        <p:nvPicPr>
          <p:cNvPr id="5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4464231"/>
            <a:ext cx="457200" cy="58782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PIPELINE IS BOUND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WORKSTATION  ·  Walt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Ultra 9 285HX</a:t>
            </a: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24 cores (8P+16E) / 24 threads  ·  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RTX PRO 3000 Blackwell</a:t>
            </a: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12 GB GDDR7  ·  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GB DDR5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402336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73152" cy="1280160"/>
          </a:xfrm>
          <a:prstGeom prst="rect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19279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GB VRAM forces phi4 over the bigger model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85800" y="2311956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qwen2.5:72b — Ollama's strongest open-weights extraction tier — needs ~40 GB VRAM at Q4, over 3× what the RTX PRO 3000 Blackwell carries. Phi4 (~14B, ~9 GB Q4) is the largest model that stays fully GPU-resident; the 72B class would spill to CPU and lose roughly an order of magnitude in throughput.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874520"/>
            <a:ext cx="402336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63440" y="1874520"/>
            <a:ext cx="73152" cy="1280160"/>
          </a:xfrm>
          <a:prstGeom prst="rect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92040" y="187230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Single-machine sequential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892040" y="2256354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193 PDFs run through six gates on one workstation. Cluster-scale competitors run dozens of pipeline variants in parallel; we run one full sweep at a time, which gates how many ideas we can test per day.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319272"/>
            <a:ext cx="402336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3319272"/>
            <a:ext cx="73152" cy="1280160"/>
          </a:xfrm>
          <a:prstGeom prst="rect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" y="339119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Ollama serializes inference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85800" y="377524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cores and 992 AI TOPS, but Ollama runs one vision query at a time per model. Effective throughput on Gate 4 is bounded by single-stream latency, not total compute — so even the model that fits is queue-bound on a 127-paper batch.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3319272"/>
            <a:ext cx="402336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63440" y="3319272"/>
            <a:ext cx="73152" cy="1280160"/>
          </a:xfrm>
          <a:prstGeom prst="rect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92040" y="339119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 gate capability ceiling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892040" y="3738174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qwen2.5vl-7B fits the 12 GB budget, but the 32B-and-up vision tier that would close the scanned-table OCR gap doesn't fit without aggressive quantization that erodes the accuracy gain. Vision is the most accuracy-sensitive gate in the pipeline, and it's structurally capped one tier below state-of-the-art.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Hot Key  ·  SIOP 2026 ML Competition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589520" y="48234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4464231"/>
            <a:ext cx="457200" cy="58782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TAUGHT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Learnings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73152" cy="1417320"/>
          </a:xfrm>
          <a:prstGeom prst="rect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3560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371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study-specific hardcodes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18288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fix must generalize across the 23 construct pairs. Study-specific overrides were identified and removed during the v11 → v12 migration.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1188720"/>
            <a:ext cx="402336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663440" y="1188720"/>
            <a:ext cx="73152" cy="1417320"/>
          </a:xfrm>
          <a:prstGeom prst="rect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435608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371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Silent failures are the hardest bugs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937760" y="18288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mode never fired because process_study skipped build_study_config; Unicode asterisks vs ASCII broke parsing in study59. Both required targeted internal-state dumps to surface. Note: IO is much more fun than CS.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2743200"/>
            <a:ext cx="402336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57200" y="2743200"/>
            <a:ext cx="73152" cy="1417320"/>
          </a:xfrm>
          <a:prstGeom prst="rect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990088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34440" y="2926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False positives cost as much as misses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731520" y="33832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tables, imputation tables, Spearman correlations, and cross-wave pairs all required explicit rejection logic. Precision is not free.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663440" y="2743200"/>
            <a:ext cx="402336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4663440" y="2743200"/>
            <a:ext cx="73152" cy="1417320"/>
          </a:xfrm>
          <a:prstGeom prst="rect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2990088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40680" y="2926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Coverage, not imputation, is the lever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4937760" y="33832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imputation was back-solved analytically. The U-curve is flat. The only remaining path to a lower MSE is recovering the missed high-r studies upstream.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57200" y="4251960"/>
            <a:ext cx="8229600" cy="54864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457200" y="4251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ML Competitions are pretty fun. 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457200" y="48234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Hot Key  ·  SIOP 2026 ML Competition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7589520" y="48234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9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6760" y="4464231"/>
            <a:ext cx="457200" cy="58782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2042</Words>
  <Application>Microsoft Office PowerPoint</Application>
  <PresentationFormat>On-screen Show (16:9)</PresentationFormat>
  <Paragraphs>271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SIOP 2026 ML Competition: One Hot Key</dc:title>
  <dc:subject>PptxGenJS Presentation</dc:subject>
  <dc:creator>Matt Mongelli — One Hot Key</dc:creator>
  <cp:lastModifiedBy>Matt Monnot</cp:lastModifiedBy>
  <cp:revision>25</cp:revision>
  <dcterms:created xsi:type="dcterms:W3CDTF">2026-04-26T14:49:14Z</dcterms:created>
  <dcterms:modified xsi:type="dcterms:W3CDTF">2026-04-26T18:38:36Z</dcterms:modified>
</cp:coreProperties>
</file>